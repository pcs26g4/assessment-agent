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Evaluation, Scoring &amp; Automation</a:t>
            </a:r>
          </a:p>
          <a:p>
            <a:r>
              <a:t>Presented by Karthik, Manoj, and Vamsi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Karthik's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Planning &amp; LLM Evaluation Strategy</a:t>
            </a:r>
          </a:p>
          <a:p/>
          <a:p>
            <a:r>
              <a:t>Strategic Planning</a:t>
            </a:r>
          </a:p>
          <a:p>
            <a:r>
              <a:t>Defined comprehensive project plan and evaluation strategy.</a:t>
            </a:r>
          </a:p>
          <a:p/>
          <a:p>
            <a:r>
              <a:t>Evaluation Framework</a:t>
            </a:r>
          </a:p>
          <a:p>
            <a:r>
              <a:t>Designed rigorous evaluation rules and dynamic prompt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Karthik's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Prompt Engineering Excellence</a:t>
            </a:r>
          </a:p>
          <a:p/>
          <a:p>
            <a:r>
              <a:t>Response Consistency</a:t>
            </a:r>
          </a:p>
          <a:p>
            <a:r>
              <a:t>Deterministic Scoring</a:t>
            </a:r>
          </a:p>
          <a:p>
            <a:r>
              <a:t>Error Handling</a:t>
            </a:r>
          </a:p>
          <a:p>
            <a:r>
              <a:t>Continuous refinement for adaptability.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Manoj's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Assignment Data Architecture</a:t>
            </a:r>
          </a:p>
          <a:p/>
          <a:p>
            <a:r>
              <a:t>Complete Data Storage</a:t>
            </a:r>
          </a:p>
          <a:p>
            <a:r>
              <a:t>Optimized Scoring Logic</a:t>
            </a:r>
          </a:p>
          <a:p>
            <a:r>
              <a:t>Enhanced Reliability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Manoj's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Three-Stage Evaluation Pipeline</a:t>
            </a:r>
          </a:p>
          <a:p/>
          <a:p>
            <a:r>
              <a:t>Stage 1: Scoring</a:t>
            </a:r>
          </a:p>
          <a:p>
            <a:r>
              <a:t>Stage 2: Question-wise Analysis</a:t>
            </a:r>
          </a:p>
          <a:p>
            <a:r>
              <a:t>Stage 3: LLM Response Processing</a:t>
            </a:r>
          </a:p>
          <a:p/>
          <a:p>
            <a:r>
              <a:t>Benefits: Faster Debugging, Clarity, Reduced Ambiguity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Vamsi's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Automation &amp; Workflow Optimization</a:t>
            </a:r>
          </a:p>
          <a:p/>
          <a:p>
            <a:r>
              <a:t>Automated Repository Management</a:t>
            </a:r>
          </a:p>
          <a:p>
            <a:r>
              <a:t>Streamlined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Vamsi's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Three-Layer System Architecture</a:t>
            </a:r>
          </a:p>
          <a:p/>
          <a:p>
            <a:r>
              <a:t>Input Layer</a:t>
            </a:r>
          </a:p>
          <a:p>
            <a:r>
              <a:t>Evaluation Logic Layer</a:t>
            </a:r>
          </a:p>
          <a:p>
            <a:r>
              <a:t>Scoring &amp; Output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Vamsi's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Agent &amp; Validation Framework</a:t>
            </a:r>
          </a:p>
          <a:p/>
          <a:p>
            <a:r>
              <a:t>Partial Scoring</a:t>
            </a:r>
          </a:p>
          <a:p>
            <a:r>
              <a:t>Test Agent Development</a:t>
            </a:r>
          </a:p>
          <a:p>
            <a:r>
              <a:t>Early Detection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Impact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Achievements</a:t>
            </a:r>
          </a:p>
          <a:p>
            <a:r>
              <a:t>Accurate LLM evaluation</a:t>
            </a:r>
          </a:p>
          <a:p>
            <a:r>
              <a:t>Robust pipeline</a:t>
            </a:r>
          </a:p>
          <a:p>
            <a:r>
              <a:t>Automation</a:t>
            </a:r>
          </a:p>
          <a:p/>
          <a:p>
            <a:r>
              <a:t>Looking Ahead</a:t>
            </a:r>
          </a:p>
          <a:p>
            <a:r>
              <a:t>Scalability</a:t>
            </a:r>
          </a:p>
          <a:p>
            <a:r>
              <a:t>Advanced prompts</a:t>
            </a:r>
          </a:p>
          <a:p>
            <a:r>
              <a:t>Expanded testing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