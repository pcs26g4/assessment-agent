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old" panose="00000800000000000000" pitchFamily="2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ramanian Rajaganapathi" userId="b8f1907a-0f8c-40ca-bfd8-163cdf5230e8" providerId="ADAL" clId="{EE5AACF3-4F6E-40A4-AD4D-7ADE99AF79B1}"/>
    <pc:docChg chg="modSld">
      <pc:chgData name="Subramanian Rajaganapathi" userId="b8f1907a-0f8c-40ca-bfd8-163cdf5230e8" providerId="ADAL" clId="{EE5AACF3-4F6E-40A4-AD4D-7ADE99AF79B1}" dt="2025-12-19T16:48:58.624" v="7" actId="1076"/>
      <pc:docMkLst>
        <pc:docMk/>
      </pc:docMkLst>
      <pc:sldChg chg="modSp mod">
        <pc:chgData name="Subramanian Rajaganapathi" userId="b8f1907a-0f8c-40ca-bfd8-163cdf5230e8" providerId="ADAL" clId="{EE5AACF3-4F6E-40A4-AD4D-7ADE99AF79B1}" dt="2025-12-19T16:48:06.852" v="0" actId="14100"/>
        <pc:sldMkLst>
          <pc:docMk/>
          <pc:sldMk cId="0" sldId="256"/>
        </pc:sldMkLst>
        <pc:spChg chg="mod">
          <ac:chgData name="Subramanian Rajaganapathi" userId="b8f1907a-0f8c-40ca-bfd8-163cdf5230e8" providerId="ADAL" clId="{EE5AACF3-4F6E-40A4-AD4D-7ADE99AF79B1}" dt="2025-12-19T16:48:06.852" v="0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ubramanian Rajaganapathi" userId="b8f1907a-0f8c-40ca-bfd8-163cdf5230e8" providerId="ADAL" clId="{EE5AACF3-4F6E-40A4-AD4D-7ADE99AF79B1}" dt="2025-12-19T16:48:16.764" v="2" actId="1076"/>
        <pc:sldMkLst>
          <pc:docMk/>
          <pc:sldMk cId="0" sldId="259"/>
        </pc:sldMkLst>
        <pc:graphicFrameChg chg="mod">
          <ac:chgData name="Subramanian Rajaganapathi" userId="b8f1907a-0f8c-40ca-bfd8-163cdf5230e8" providerId="ADAL" clId="{EE5AACF3-4F6E-40A4-AD4D-7ADE99AF79B1}" dt="2025-12-19T16:48:16.764" v="2" actId="1076"/>
          <ac:graphicFrameMkLst>
            <pc:docMk/>
            <pc:sldMk cId="0" sldId="259"/>
            <ac:graphicFrameMk id="3" creationId="{00000000-0000-0000-0000-000000000000}"/>
          </ac:graphicFrameMkLst>
        </pc:graphicFrameChg>
      </pc:sldChg>
      <pc:sldChg chg="modSp mod">
        <pc:chgData name="Subramanian Rajaganapathi" userId="b8f1907a-0f8c-40ca-bfd8-163cdf5230e8" providerId="ADAL" clId="{EE5AACF3-4F6E-40A4-AD4D-7ADE99AF79B1}" dt="2025-12-19T16:48:22.113" v="4" actId="1076"/>
        <pc:sldMkLst>
          <pc:docMk/>
          <pc:sldMk cId="0" sldId="260"/>
        </pc:sldMkLst>
        <pc:graphicFrameChg chg="mod">
          <ac:chgData name="Subramanian Rajaganapathi" userId="b8f1907a-0f8c-40ca-bfd8-163cdf5230e8" providerId="ADAL" clId="{EE5AACF3-4F6E-40A4-AD4D-7ADE99AF79B1}" dt="2025-12-19T16:48:22.113" v="4" actId="1076"/>
          <ac:graphicFrameMkLst>
            <pc:docMk/>
            <pc:sldMk cId="0" sldId="260"/>
            <ac:graphicFrameMk id="3" creationId="{00000000-0000-0000-0000-000000000000}"/>
          </ac:graphicFrameMkLst>
        </pc:graphicFrameChg>
      </pc:sldChg>
      <pc:sldChg chg="modSp mod">
        <pc:chgData name="Subramanian Rajaganapathi" userId="b8f1907a-0f8c-40ca-bfd8-163cdf5230e8" providerId="ADAL" clId="{EE5AACF3-4F6E-40A4-AD4D-7ADE99AF79B1}" dt="2025-12-19T16:48:33.851" v="6" actId="1076"/>
        <pc:sldMkLst>
          <pc:docMk/>
          <pc:sldMk cId="0" sldId="262"/>
        </pc:sldMkLst>
        <pc:spChg chg="mod">
          <ac:chgData name="Subramanian Rajaganapathi" userId="b8f1907a-0f8c-40ca-bfd8-163cdf5230e8" providerId="ADAL" clId="{EE5AACF3-4F6E-40A4-AD4D-7ADE99AF79B1}" dt="2025-12-19T16:48:33.851" v="6" actId="1076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Subramanian Rajaganapathi" userId="b8f1907a-0f8c-40ca-bfd8-163cdf5230e8" providerId="ADAL" clId="{EE5AACF3-4F6E-40A4-AD4D-7ADE99AF79B1}" dt="2025-12-19T16:48:58.624" v="7" actId="1076"/>
        <pc:sldMkLst>
          <pc:docMk/>
          <pc:sldMk cId="0" sldId="268"/>
        </pc:sldMkLst>
        <pc:spChg chg="mod">
          <ac:chgData name="Subramanian Rajaganapathi" userId="b8f1907a-0f8c-40ca-bfd8-163cdf5230e8" providerId="ADAL" clId="{EE5AACF3-4F6E-40A4-AD4D-7ADE99AF79B1}" dt="2025-12-19T16:48:58.624" v="7" actId="1076"/>
          <ac:spMkLst>
            <pc:docMk/>
            <pc:sldMk cId="0" sldId="268"/>
            <ac:spMk id="5" creationId="{00000000-0000-0000-0000-000000000000}"/>
          </ac:spMkLst>
        </pc:spChg>
      </pc:sldChg>
    </pc:docChg>
  </pc:docChgLst>
  <pc:docChgLst>
    <pc:chgData name="Guest User" userId="S::urn:spo:tenantanon#63d9f253-125e-41bd-b481-8be69061e846::" providerId="AD" clId="Web-{953D2364-1BC8-7007-84FC-5AF252867DBF}"/>
    <pc:docChg chg="modSld">
      <pc:chgData name="Guest User" userId="S::urn:spo:tenantanon#63d9f253-125e-41bd-b481-8be69061e846::" providerId="AD" clId="Web-{953D2364-1BC8-7007-84FC-5AF252867DBF}" dt="2025-12-20T09:28:35.641" v="1" actId="20577"/>
      <pc:docMkLst>
        <pc:docMk/>
      </pc:docMkLst>
      <pc:sldChg chg="modSp">
        <pc:chgData name="Guest User" userId="S::urn:spo:tenantanon#63d9f253-125e-41bd-b481-8be69061e846::" providerId="AD" clId="Web-{953D2364-1BC8-7007-84FC-5AF252867DBF}" dt="2025-12-20T09:28:35.641" v="1" actId="20577"/>
        <pc:sldMkLst>
          <pc:docMk/>
          <pc:sldMk cId="0" sldId="263"/>
        </pc:sldMkLst>
        <pc:spChg chg="mod">
          <ac:chgData name="Guest User" userId="S::urn:spo:tenantanon#63d9f253-125e-41bd-b481-8be69061e846::" providerId="AD" clId="Web-{953D2364-1BC8-7007-84FC-5AF252867DBF}" dt="2025-12-20T09:28:35.641" v="1" actId="20577"/>
          <ac:spMkLst>
            <pc:docMk/>
            <pc:sldMk cId="0" sldId="263"/>
            <ac:spMk id="9" creationId="{00000000-0000-0000-0000-000000000000}"/>
          </ac:spMkLst>
        </pc:spChg>
      </pc:sldChg>
    </pc:docChg>
  </pc:docChgLst>
  <pc:docChgLst>
    <pc:chgData name="Guest User" userId="S::urn:spo:tenantanon#63d9f253-125e-41bd-b481-8be69061e846::" providerId="AD" clId="Web-{C9666F2B-A634-1BA0-AF7D-3084934D3EC2}"/>
    <pc:docChg chg="modSld">
      <pc:chgData name="Guest User" userId="S::urn:spo:tenantanon#63d9f253-125e-41bd-b481-8be69061e846::" providerId="AD" clId="Web-{C9666F2B-A634-1BA0-AF7D-3084934D3EC2}" dt="2025-12-26T14:42:18.215" v="0" actId="1076"/>
      <pc:docMkLst>
        <pc:docMk/>
      </pc:docMkLst>
      <pc:sldChg chg="modSp">
        <pc:chgData name="Guest User" userId="S::urn:spo:tenantanon#63d9f253-125e-41bd-b481-8be69061e846::" providerId="AD" clId="Web-{C9666F2B-A634-1BA0-AF7D-3084934D3EC2}" dt="2025-12-26T14:42:18.215" v="0" actId="1076"/>
        <pc:sldMkLst>
          <pc:docMk/>
          <pc:sldMk cId="0" sldId="259"/>
        </pc:sldMkLst>
        <pc:graphicFrameChg chg="mod">
          <ac:chgData name="Guest User" userId="S::urn:spo:tenantanon#63d9f253-125e-41bd-b481-8be69061e846::" providerId="AD" clId="Web-{C9666F2B-A634-1BA0-AF7D-3084934D3EC2}" dt="2025-12-26T14:42:18.215" v="0" actId="1076"/>
          <ac:graphicFrameMkLst>
            <pc:docMk/>
            <pc:sldMk cId="0" sldId="259"/>
            <ac:graphicFrameMk id="3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21.svg"/><Relationship Id="rId4" Type="http://schemas.openxmlformats.org/officeDocument/2006/relationships/image" Target="../media/image7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hyperlink" Target="https://coastalseventechnologies-my.sharepoint.com/:w:/g/personal/subramanianr_coastalseven_com/IQC6JoUoho3RQ4rzPe9UQp3SATzUeyJObGGe6VA48v5TB5I?e=tafqrI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08763" y="1666891"/>
            <a:ext cx="11870475" cy="3476609"/>
          </a:xfrm>
          <a:custGeom>
            <a:avLst/>
            <a:gdLst/>
            <a:ahLst/>
            <a:cxnLst/>
            <a:rect l="l" t="t" r="r" b="b"/>
            <a:pathLst>
              <a:path w="11870475" h="3476609">
                <a:moveTo>
                  <a:pt x="0" y="0"/>
                </a:moveTo>
                <a:lnTo>
                  <a:pt x="11870474" y="0"/>
                </a:lnTo>
                <a:lnTo>
                  <a:pt x="11870474" y="3476609"/>
                </a:lnTo>
                <a:lnTo>
                  <a:pt x="0" y="347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65468" y="6047437"/>
            <a:ext cx="9226732" cy="863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Day 6 - Professional Presence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76661" y="2669876"/>
            <a:ext cx="7588896" cy="342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5435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Rate your on-camera confidence:</a:t>
            </a:r>
          </a:p>
          <a:p>
            <a:pPr marL="777237" lvl="1" indent="-388618" algn="l">
              <a:lnSpc>
                <a:spcPts val="5435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makes you feel confident on video?</a:t>
            </a:r>
          </a:p>
          <a:p>
            <a:pPr marL="777237" lvl="1" indent="-388618" algn="l">
              <a:lnSpc>
                <a:spcPts val="5435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Biggest video recording fear: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45482" y="6795179"/>
            <a:ext cx="15170298" cy="1251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2"/>
              </a:lnSpc>
            </a:pPr>
            <a:r>
              <a:rPr lang="en-US" sz="3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Think of someone with strong professional presence. What specific qualities do they exhibit?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6842" y="1575848"/>
            <a:ext cx="7713790" cy="72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377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Quick Self-Reflection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1377559" y="3120274"/>
            <a:ext cx="3223951" cy="564191"/>
          </a:xfrm>
          <a:custGeom>
            <a:avLst/>
            <a:gdLst/>
            <a:ahLst/>
            <a:cxnLst/>
            <a:rect l="l" t="t" r="r" b="b"/>
            <a:pathLst>
              <a:path w="3223951" h="564191">
                <a:moveTo>
                  <a:pt x="0" y="0"/>
                </a:moveTo>
                <a:lnTo>
                  <a:pt x="3223951" y="0"/>
                </a:lnTo>
                <a:lnTo>
                  <a:pt x="3223951" y="564192"/>
                </a:lnTo>
                <a:lnTo>
                  <a:pt x="0" y="564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579145" y="4205250"/>
            <a:ext cx="4820779" cy="68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__________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79145" y="5412944"/>
            <a:ext cx="4820779" cy="68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817663" y="3698228"/>
            <a:ext cx="3540956" cy="3556516"/>
          </a:xfrm>
          <a:custGeom>
            <a:avLst/>
            <a:gdLst/>
            <a:ahLst/>
            <a:cxnLst/>
            <a:rect l="l" t="t" r="r" b="b"/>
            <a:pathLst>
              <a:path w="3540956" h="3556516">
                <a:moveTo>
                  <a:pt x="0" y="0"/>
                </a:moveTo>
                <a:lnTo>
                  <a:pt x="3540956" y="0"/>
                </a:lnTo>
                <a:lnTo>
                  <a:pt x="3540956" y="3556516"/>
                </a:lnTo>
                <a:lnTo>
                  <a:pt x="0" y="3556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16842" y="2911225"/>
            <a:ext cx="9709411" cy="500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6"/>
              </a:lnSpc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Let’s Practice the following Articulations:</a:t>
            </a:r>
          </a:p>
          <a:p>
            <a:pPr marL="710116" lvl="1" indent="-355058" algn="l">
              <a:lnSpc>
                <a:spcPts val="4966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"Hello, my name is [Your Name]" </a:t>
            </a:r>
          </a:p>
          <a:p>
            <a:pPr marL="710116" lvl="1" indent="-355058" algn="l">
              <a:lnSpc>
                <a:spcPts val="4966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"I'm passionate about technology and innovation" </a:t>
            </a:r>
          </a:p>
          <a:p>
            <a:pPr marL="710116" lvl="1" indent="-355058" algn="l">
              <a:lnSpc>
                <a:spcPts val="4966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 help organizations solve complex challenges" </a:t>
            </a:r>
          </a:p>
          <a:p>
            <a:pPr marL="710116" lvl="1" indent="-355058" algn="l">
              <a:lnSpc>
                <a:spcPts val="4966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"Thank you for your time and consideration"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6842" y="1575848"/>
            <a:ext cx="7713790" cy="72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377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Quick Warm-up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3414424908"/>
              </p:ext>
            </p:extLst>
          </p:nvPr>
        </p:nvGraphicFramePr>
        <p:xfrm>
          <a:off x="500605" y="2114799"/>
          <a:ext cx="18199358" cy="70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469100" imgH="9118600" progId="Excel.Sheet.12">
                  <p:embed/>
                </p:oleObj>
              </mc:Choice>
              <mc:Fallback>
                <p:oleObj name="Worksheet" r:id="rId3" imgW="19469100" imgH="9118600" progId="Excel.Sheet.12">
                  <p:embed/>
                  <p:pic>
                    <p:nvPicPr>
                      <p:cNvPr id="3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605" y="2114799"/>
                        <a:ext cx="18199358" cy="704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35358" y="1444963"/>
            <a:ext cx="9193298" cy="67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sz="3951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Elements of Professional Presence: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1026553476"/>
              </p:ext>
            </p:extLst>
          </p:nvPr>
        </p:nvGraphicFramePr>
        <p:xfrm>
          <a:off x="1034276" y="1708915"/>
          <a:ext cx="18604282" cy="686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469100" imgH="9118600" progId="Excel.Sheet.12">
                  <p:embed/>
                </p:oleObj>
              </mc:Choice>
              <mc:Fallback>
                <p:oleObj name="Worksheet" r:id="rId3" imgW="19469100" imgH="9118600" progId="Excel.Sheet.12">
                  <p:embed/>
                  <p:pic>
                    <p:nvPicPr>
                      <p:cNvPr id="3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4276" y="1708915"/>
                        <a:ext cx="18604282" cy="6869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59282" y="952500"/>
            <a:ext cx="9193298" cy="137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sz="3951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English for Professional Introductions: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937747" y="2547210"/>
            <a:ext cx="876191" cy="943409"/>
          </a:xfrm>
          <a:custGeom>
            <a:avLst/>
            <a:gdLst/>
            <a:ahLst/>
            <a:cxnLst/>
            <a:rect l="l" t="t" r="r" b="b"/>
            <a:pathLst>
              <a:path w="876191" h="943409">
                <a:moveTo>
                  <a:pt x="0" y="0"/>
                </a:moveTo>
                <a:lnTo>
                  <a:pt x="876191" y="0"/>
                </a:lnTo>
                <a:lnTo>
                  <a:pt x="876191" y="943409"/>
                </a:lnTo>
                <a:lnTo>
                  <a:pt x="0" y="943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964567" y="2547210"/>
            <a:ext cx="984444" cy="902109"/>
          </a:xfrm>
          <a:custGeom>
            <a:avLst/>
            <a:gdLst/>
            <a:ahLst/>
            <a:cxnLst/>
            <a:rect l="l" t="t" r="r" b="b"/>
            <a:pathLst>
              <a:path w="984444" h="902109">
                <a:moveTo>
                  <a:pt x="0" y="0"/>
                </a:moveTo>
                <a:lnTo>
                  <a:pt x="984444" y="0"/>
                </a:lnTo>
                <a:lnTo>
                  <a:pt x="984444" y="902109"/>
                </a:lnTo>
                <a:lnTo>
                  <a:pt x="0" y="90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208009" y="2586832"/>
            <a:ext cx="32177" cy="6435332"/>
          </a:xfrm>
          <a:custGeom>
            <a:avLst/>
            <a:gdLst/>
            <a:ahLst/>
            <a:cxnLst/>
            <a:rect l="l" t="t" r="r" b="b"/>
            <a:pathLst>
              <a:path w="32177" h="6435332">
                <a:moveTo>
                  <a:pt x="0" y="0"/>
                </a:moveTo>
                <a:lnTo>
                  <a:pt x="32177" y="0"/>
                </a:lnTo>
                <a:lnTo>
                  <a:pt x="32177" y="6435332"/>
                </a:lnTo>
                <a:lnTo>
                  <a:pt x="0" y="64353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999712" y="3912197"/>
            <a:ext cx="5545881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"I'm a developer who codes stuff."</a:t>
            </a: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121602"/>
            <a:ext cx="10309189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Sentence Structures for Impact: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07951" y="2635144"/>
            <a:ext cx="5335511" cy="63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04"/>
              </a:lnSpc>
            </a:pPr>
            <a:r>
              <a:rPr lang="en-US" sz="3313" b="1">
                <a:solidFill>
                  <a:srgbClr val="2F748E"/>
                </a:solidFill>
                <a:latin typeface="Poppins Bold"/>
                <a:ea typeface="Poppins Bold"/>
                <a:cs typeface="Poppins Bold"/>
                <a:sym typeface="Poppins Bold"/>
              </a:rPr>
              <a:t>Strong Sentences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3912197"/>
            <a:ext cx="7722898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"As a software engineer, I architect solutions that transform business challenges into technical opportunities."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08472" y="2635144"/>
            <a:ext cx="4437121" cy="63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04"/>
              </a:lnSpc>
            </a:pPr>
            <a:r>
              <a:rPr lang="en-US" sz="3313" b="1">
                <a:solidFill>
                  <a:srgbClr val="2F748E"/>
                </a:solidFill>
                <a:latin typeface="Poppins Bold"/>
                <a:ea typeface="Poppins Bold"/>
                <a:cs typeface="Poppins Bold"/>
                <a:sym typeface="Poppins Bold"/>
              </a:rPr>
              <a:t>Weak Sentences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7747" y="5709248"/>
            <a:ext cx="5545881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 work with AI."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5709248"/>
            <a:ext cx="7722898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 leverage artificial intelligence to create intelligent systems that enhance operational efficiency."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9712" y="7506298"/>
            <a:ext cx="5545881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 make apps."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7506298"/>
            <a:ext cx="7722898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 develop innovative applications that solve real-world problems and deliver measurable value."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018098" y="8149461"/>
            <a:ext cx="1203395" cy="1153755"/>
          </a:xfrm>
          <a:custGeom>
            <a:avLst/>
            <a:gdLst/>
            <a:ahLst/>
            <a:cxnLst/>
            <a:rect l="l" t="t" r="r" b="b"/>
            <a:pathLst>
              <a:path w="1203395" h="1153755">
                <a:moveTo>
                  <a:pt x="0" y="0"/>
                </a:moveTo>
                <a:lnTo>
                  <a:pt x="1203396" y="0"/>
                </a:lnTo>
                <a:lnTo>
                  <a:pt x="1203396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935994" y="8128811"/>
            <a:ext cx="1178085" cy="1129489"/>
          </a:xfrm>
          <a:custGeom>
            <a:avLst/>
            <a:gdLst/>
            <a:ahLst/>
            <a:cxnLst/>
            <a:rect l="l" t="t" r="r" b="b"/>
            <a:pathLst>
              <a:path w="1178085" h="1129489">
                <a:moveTo>
                  <a:pt x="0" y="0"/>
                </a:moveTo>
                <a:lnTo>
                  <a:pt x="1178084" y="0"/>
                </a:lnTo>
                <a:lnTo>
                  <a:pt x="1178084" y="1129489"/>
                </a:lnTo>
                <a:lnTo>
                  <a:pt x="0" y="1129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824102" y="8149461"/>
            <a:ext cx="1185271" cy="1136379"/>
          </a:xfrm>
          <a:custGeom>
            <a:avLst/>
            <a:gdLst/>
            <a:ahLst/>
            <a:cxnLst/>
            <a:rect l="l" t="t" r="r" b="b"/>
            <a:pathLst>
              <a:path w="1185271" h="1136379">
                <a:moveTo>
                  <a:pt x="0" y="0"/>
                </a:moveTo>
                <a:lnTo>
                  <a:pt x="1185271" y="0"/>
                </a:lnTo>
                <a:lnTo>
                  <a:pt x="1185271" y="1136378"/>
                </a:lnTo>
                <a:lnTo>
                  <a:pt x="0" y="11363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723873" y="8077005"/>
            <a:ext cx="1231584" cy="1181295"/>
          </a:xfrm>
          <a:custGeom>
            <a:avLst/>
            <a:gdLst/>
            <a:ahLst/>
            <a:cxnLst/>
            <a:rect l="l" t="t" r="r" b="b"/>
            <a:pathLst>
              <a:path w="1231584" h="1181295">
                <a:moveTo>
                  <a:pt x="0" y="0"/>
                </a:moveTo>
                <a:lnTo>
                  <a:pt x="1231585" y="0"/>
                </a:lnTo>
                <a:lnTo>
                  <a:pt x="1231585" y="1181295"/>
                </a:lnTo>
                <a:lnTo>
                  <a:pt x="0" y="11812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905000" y="1253159"/>
            <a:ext cx="8403770" cy="838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Tone Control: Let’s Match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35155" y="3141525"/>
            <a:ext cx="15217691" cy="4124983"/>
            <a:chOff x="0" y="0"/>
            <a:chExt cx="20290254" cy="5499977"/>
          </a:xfrm>
        </p:grpSpPr>
        <p:sp>
          <p:nvSpPr>
            <p:cNvPr id="9" name="TextBox 9"/>
            <p:cNvSpPr txBox="1"/>
            <p:nvPr/>
          </p:nvSpPr>
          <p:spPr>
            <a:xfrm>
              <a:off x="0" y="-142875"/>
              <a:ext cx="8785322" cy="56428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02236" lvl="1" indent="-401118" algn="l">
                <a:lnSpc>
                  <a:spcPts val="5610"/>
                </a:lnSpc>
                <a:buAutoNum type="arabicPeriod"/>
              </a:pPr>
              <a:r>
                <a:rPr lang="en-US" sz="37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"I bring expertise in..." </a:t>
              </a:r>
            </a:p>
            <a:p>
              <a:pPr marL="802236" lvl="1" indent="-401118" algn="l">
                <a:lnSpc>
                  <a:spcPts val="5610"/>
                </a:lnSpc>
                <a:buAutoNum type="arabicPeriod"/>
              </a:pPr>
              <a:r>
                <a:rPr lang="en-US" sz="37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"I'm passionate about..." </a:t>
              </a:r>
            </a:p>
            <a:p>
              <a:pPr marL="802236" lvl="1" indent="-401118" algn="l">
                <a:lnSpc>
                  <a:spcPts val="5610"/>
                </a:lnSpc>
                <a:buAutoNum type="arabicPeriod"/>
              </a:pPr>
              <a:r>
                <a:rPr lang="en-US" sz="37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"My approach combines..." </a:t>
              </a:r>
            </a:p>
            <a:p>
              <a:pPr marL="802236" lvl="1" indent="-401118" algn="l">
                <a:lnSpc>
                  <a:spcPts val="5610"/>
                </a:lnSpc>
                <a:buAutoNum type="arabicPeriod"/>
              </a:pPr>
              <a:r>
                <a:rPr lang="en-US" sz="37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"What excites me about this field is..."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7317" y="-27597"/>
              <a:ext cx="1948742" cy="535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58"/>
                </a:lnSpc>
              </a:pPr>
              <a:r>
                <a:rPr lang="en-US" sz="533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</a:p>
            <a:p>
              <a:pPr algn="ctr">
                <a:lnSpc>
                  <a:spcPts val="8058"/>
                </a:lnSpc>
              </a:pPr>
              <a:r>
                <a:rPr lang="en-US" sz="533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</a:p>
            <a:p>
              <a:pPr algn="ctr">
                <a:lnSpc>
                  <a:spcPts val="8058"/>
                </a:lnSpc>
              </a:pPr>
              <a:r>
                <a:rPr lang="en-US" sz="533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</a:p>
            <a:p>
              <a:pPr algn="ctr">
                <a:lnSpc>
                  <a:spcPts val="8058"/>
                </a:lnSpc>
              </a:pPr>
              <a:r>
                <a:rPr lang="en-US" sz="533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36059" y="184849"/>
              <a:ext cx="8111435" cy="917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60"/>
                </a:lnSpc>
              </a:pPr>
              <a:r>
                <a:rPr lang="en-US" sz="38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Authentic (not casual)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6059" y="1558462"/>
              <a:ext cx="8111435" cy="917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60"/>
                </a:lnSpc>
              </a:pPr>
              <a:r>
                <a:rPr lang="en-US" sz="38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Professional (not stiff)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36059" y="2932282"/>
              <a:ext cx="9854195" cy="885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27"/>
                </a:lnSpc>
              </a:pPr>
              <a:r>
                <a:rPr lang="en-US" sz="36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Enthusiastic (not exaggerated)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36059" y="4248934"/>
              <a:ext cx="9854195" cy="885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27"/>
                </a:lnSpc>
              </a:pPr>
              <a:r>
                <a:rPr lang="en-US" sz="36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Confident (not arrogant)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937747" y="2547210"/>
            <a:ext cx="876191" cy="943409"/>
          </a:xfrm>
          <a:custGeom>
            <a:avLst/>
            <a:gdLst/>
            <a:ahLst/>
            <a:cxnLst/>
            <a:rect l="l" t="t" r="r" b="b"/>
            <a:pathLst>
              <a:path w="876191" h="943409">
                <a:moveTo>
                  <a:pt x="0" y="0"/>
                </a:moveTo>
                <a:lnTo>
                  <a:pt x="876191" y="0"/>
                </a:lnTo>
                <a:lnTo>
                  <a:pt x="876191" y="943409"/>
                </a:lnTo>
                <a:lnTo>
                  <a:pt x="0" y="943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964567" y="2547210"/>
            <a:ext cx="984444" cy="902109"/>
          </a:xfrm>
          <a:custGeom>
            <a:avLst/>
            <a:gdLst/>
            <a:ahLst/>
            <a:cxnLst/>
            <a:rect l="l" t="t" r="r" b="b"/>
            <a:pathLst>
              <a:path w="984444" h="902109">
                <a:moveTo>
                  <a:pt x="0" y="0"/>
                </a:moveTo>
                <a:lnTo>
                  <a:pt x="984444" y="0"/>
                </a:lnTo>
                <a:lnTo>
                  <a:pt x="984444" y="902109"/>
                </a:lnTo>
                <a:lnTo>
                  <a:pt x="0" y="90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208009" y="2586832"/>
            <a:ext cx="32177" cy="6435332"/>
          </a:xfrm>
          <a:custGeom>
            <a:avLst/>
            <a:gdLst/>
            <a:ahLst/>
            <a:cxnLst/>
            <a:rect l="l" t="t" r="r" b="b"/>
            <a:pathLst>
              <a:path w="32177" h="6435332">
                <a:moveTo>
                  <a:pt x="0" y="0"/>
                </a:moveTo>
                <a:lnTo>
                  <a:pt x="32177" y="0"/>
                </a:lnTo>
                <a:lnTo>
                  <a:pt x="32177" y="6435332"/>
                </a:lnTo>
                <a:lnTo>
                  <a:pt x="0" y="64353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999712" y="3717925"/>
            <a:ext cx="5545881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"Uh, hi. I'm [Name]. I, um, do coding and stuff. I work with computers. Yeah, that's about it."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13777"/>
            <a:ext cx="10046033" cy="77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 These Introduction Scripts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07951" y="2635144"/>
            <a:ext cx="5335511" cy="63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04"/>
              </a:lnSpc>
            </a:pPr>
            <a:r>
              <a:rPr lang="en-US" sz="3313" b="1">
                <a:solidFill>
                  <a:srgbClr val="2F748E"/>
                </a:solidFill>
                <a:latin typeface="Poppins Bold"/>
                <a:ea typeface="Poppins Bold"/>
                <a:cs typeface="Poppins Bold"/>
                <a:sym typeface="Poppins Bold"/>
              </a:rPr>
              <a:t>Script 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3601719"/>
            <a:ext cx="8273133" cy="5328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"Hello, I'm [Your Name]. I'm a full-stack software engineer specializing in AI-integrated applications. </a:t>
            </a:r>
          </a:p>
          <a:p>
            <a:pPr marL="539115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help businesses transform their operations through innovative technology solutions. With expertise in machine learning, cloud architecture, and scalable system design, I bridge the gap between complex technical requirements and practical business outcomes. </a:t>
            </a:r>
            <a:endParaRPr lang="en-US" sz="2499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I'm passionate about creating technology that makes a tangible difference."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08472" y="2635144"/>
            <a:ext cx="4437121" cy="63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04"/>
              </a:lnSpc>
            </a:pPr>
            <a:r>
              <a:rPr lang="en-US" sz="3313" b="1">
                <a:solidFill>
                  <a:srgbClr val="2F748E"/>
                </a:solidFill>
                <a:latin typeface="Poppins Bold"/>
                <a:ea typeface="Poppins Bold"/>
                <a:cs typeface="Poppins Bold"/>
                <a:sym typeface="Poppins Bold"/>
              </a:rPr>
              <a:t>Script 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606682" y="5686425"/>
            <a:ext cx="3445035" cy="2803397"/>
            <a:chOff x="0" y="0"/>
            <a:chExt cx="4593380" cy="37378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93380" cy="3737863"/>
            </a:xfrm>
            <a:custGeom>
              <a:avLst/>
              <a:gdLst/>
              <a:ahLst/>
              <a:cxnLst/>
              <a:rect l="l" t="t" r="r" b="b"/>
              <a:pathLst>
                <a:path w="4593380" h="3737863">
                  <a:moveTo>
                    <a:pt x="0" y="0"/>
                  </a:moveTo>
                  <a:lnTo>
                    <a:pt x="4593380" y="0"/>
                  </a:lnTo>
                  <a:lnTo>
                    <a:pt x="4593380" y="3737863"/>
                  </a:lnTo>
                  <a:lnTo>
                    <a:pt x="0" y="3737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646" y="370786"/>
              <a:ext cx="2638015" cy="2910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3"/>
                </a:lnSpc>
              </a:pPr>
              <a:r>
                <a:rPr lang="en-US" sz="2320" b="1">
                  <a:solidFill>
                    <a:srgbClr val="02020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 7 differences between Script A and B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410360" y="3262352"/>
            <a:ext cx="5439629" cy="4911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0319" lvl="1" indent="-395160" algn="l">
              <a:lnSpc>
                <a:spcPts val="5527"/>
              </a:lnSpc>
              <a:buAutoNum type="arabicPeriod"/>
            </a:pPr>
            <a:r>
              <a:rPr lang="en-US" sz="36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Opening</a:t>
            </a:r>
          </a:p>
          <a:p>
            <a:pPr marL="790319" lvl="1" indent="-395160" algn="l">
              <a:lnSpc>
                <a:spcPts val="5527"/>
              </a:lnSpc>
              <a:buAutoNum type="arabicPeriod"/>
            </a:pPr>
            <a:r>
              <a:rPr lang="en-US" sz="36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Clarity</a:t>
            </a:r>
          </a:p>
          <a:p>
            <a:pPr marL="790319" lvl="1" indent="-395160" algn="l">
              <a:lnSpc>
                <a:spcPts val="5527"/>
              </a:lnSpc>
              <a:buAutoNum type="arabicPeriod"/>
            </a:pPr>
            <a:r>
              <a:rPr lang="en-US" sz="36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Specialization</a:t>
            </a:r>
          </a:p>
          <a:p>
            <a:pPr marL="790319" lvl="1" indent="-395160" algn="l">
              <a:lnSpc>
                <a:spcPts val="5527"/>
              </a:lnSpc>
              <a:buAutoNum type="arabicPeriod"/>
            </a:pPr>
            <a:r>
              <a:rPr lang="en-US" sz="36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Value proposition</a:t>
            </a:r>
          </a:p>
          <a:p>
            <a:pPr marL="790319" lvl="1" indent="-395160" algn="l">
              <a:lnSpc>
                <a:spcPts val="5527"/>
              </a:lnSpc>
              <a:buAutoNum type="arabicPeriod"/>
            </a:pPr>
            <a:r>
              <a:rPr lang="en-US" sz="36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Expertise</a:t>
            </a:r>
          </a:p>
          <a:p>
            <a:pPr marL="790319" lvl="1" indent="-395160" algn="l">
              <a:lnSpc>
                <a:spcPts val="5527"/>
              </a:lnSpc>
              <a:buAutoNum type="arabicPeriod"/>
            </a:pPr>
            <a:r>
              <a:rPr lang="en-US" sz="36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 focus</a:t>
            </a:r>
          </a:p>
          <a:p>
            <a:pPr marL="790319" lvl="1" indent="-395160" algn="l">
              <a:lnSpc>
                <a:spcPts val="5527"/>
              </a:lnSpc>
              <a:buAutoNum type="arabicPeriod"/>
            </a:pPr>
            <a:r>
              <a:rPr lang="en-US" sz="36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Passion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213777"/>
            <a:ext cx="10046033" cy="77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 These Introduction Scripts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818167" y="3864831"/>
            <a:ext cx="4730224" cy="3849220"/>
            <a:chOff x="0" y="0"/>
            <a:chExt cx="6306965" cy="51322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06965" cy="5132293"/>
            </a:xfrm>
            <a:custGeom>
              <a:avLst/>
              <a:gdLst/>
              <a:ahLst/>
              <a:cxnLst/>
              <a:rect l="l" t="t" r="r" b="b"/>
              <a:pathLst>
                <a:path w="6306965" h="5132293">
                  <a:moveTo>
                    <a:pt x="0" y="0"/>
                  </a:moveTo>
                  <a:lnTo>
                    <a:pt x="6306965" y="0"/>
                  </a:lnTo>
                  <a:lnTo>
                    <a:pt x="6306965" y="5132293"/>
                  </a:lnTo>
                  <a:lnTo>
                    <a:pt x="0" y="5132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7544" y="502989"/>
              <a:ext cx="3622140" cy="4002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3185" b="1">
                  <a:solidFill>
                    <a:srgbClr val="02020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 7 differences between Script A and B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916982" y="3104441"/>
            <a:ext cx="4357696" cy="5147698"/>
            <a:chOff x="0" y="0"/>
            <a:chExt cx="5810262" cy="6863598"/>
          </a:xfrm>
        </p:grpSpPr>
        <p:sp>
          <p:nvSpPr>
            <p:cNvPr id="4" name="Freeform 4"/>
            <p:cNvSpPr/>
            <p:nvPr/>
          </p:nvSpPr>
          <p:spPr>
            <a:xfrm>
              <a:off x="0" y="2247081"/>
              <a:ext cx="5810262" cy="4616517"/>
            </a:xfrm>
            <a:custGeom>
              <a:avLst/>
              <a:gdLst/>
              <a:ahLst/>
              <a:cxnLst/>
              <a:rect l="l" t="t" r="r" b="b"/>
              <a:pathLst>
                <a:path w="5810262" h="4616517">
                  <a:moveTo>
                    <a:pt x="0" y="0"/>
                  </a:moveTo>
                  <a:lnTo>
                    <a:pt x="5810262" y="0"/>
                  </a:lnTo>
                  <a:lnTo>
                    <a:pt x="5810262" y="4616517"/>
                  </a:lnTo>
                  <a:lnTo>
                    <a:pt x="0" y="461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023887" y="0"/>
              <a:ext cx="3762488" cy="3873862"/>
            </a:xfrm>
            <a:custGeom>
              <a:avLst/>
              <a:gdLst/>
              <a:ahLst/>
              <a:cxnLst/>
              <a:rect l="l" t="t" r="r" b="b"/>
              <a:pathLst>
                <a:path w="3762488" h="3873862">
                  <a:moveTo>
                    <a:pt x="0" y="0"/>
                  </a:moveTo>
                  <a:lnTo>
                    <a:pt x="3762488" y="0"/>
                  </a:lnTo>
                  <a:lnTo>
                    <a:pt x="3762488" y="3873862"/>
                  </a:lnTo>
                  <a:lnTo>
                    <a:pt x="0" y="3873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85267" y="3755951"/>
            <a:ext cx="6958733" cy="4885315"/>
            <a:chOff x="0" y="0"/>
            <a:chExt cx="9278310" cy="65137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78310" cy="5381420"/>
            </a:xfrm>
            <a:custGeom>
              <a:avLst/>
              <a:gdLst/>
              <a:ahLst/>
              <a:cxnLst/>
              <a:rect l="l" t="t" r="r" b="b"/>
              <a:pathLst>
                <a:path w="9278310" h="5381420">
                  <a:moveTo>
                    <a:pt x="0" y="0"/>
                  </a:moveTo>
                  <a:lnTo>
                    <a:pt x="9278310" y="0"/>
                  </a:lnTo>
                  <a:lnTo>
                    <a:pt x="9278310" y="5381420"/>
                  </a:lnTo>
                  <a:lnTo>
                    <a:pt x="0" y="5381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731834" y="4902955"/>
              <a:ext cx="1622599" cy="1610798"/>
            </a:xfrm>
            <a:custGeom>
              <a:avLst/>
              <a:gdLst/>
              <a:ahLst/>
              <a:cxnLst/>
              <a:rect l="l" t="t" r="r" b="b"/>
              <a:pathLst>
                <a:path w="1622599" h="1610798">
                  <a:moveTo>
                    <a:pt x="0" y="0"/>
                  </a:moveTo>
                  <a:lnTo>
                    <a:pt x="1622599" y="0"/>
                  </a:lnTo>
                  <a:lnTo>
                    <a:pt x="1622599" y="1610798"/>
                  </a:lnTo>
                  <a:lnTo>
                    <a:pt x="0" y="1610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67432"/>
              <a:ext cx="9278310" cy="3694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98"/>
                </a:lnSpc>
                <a:spcBef>
                  <a:spcPct val="0"/>
                </a:spcBef>
              </a:pPr>
              <a:r>
                <a:rPr lang="en-US" sz="3213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9" tooltip="https://coastalseventechnologies-my.sharepoint.com/:w:/g/personal/subramanianr_coastalseven_com/IQC6JoUoho3RQ4rzPe9UQp3SATzUeyJObGGe6VA48v5TB5I?e=tafqrI"/>
                </a:rPr>
                <a:t>https://coastalseventechnologies-my.sharepoint.com/:w:/g/personal/subramanianr_coastalseven_com/IQC6JoUoho3RQ4rzPe9UQp3SATzUeyJObGGe6VA48v5TB5I?e=tafqrI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01573" y="923925"/>
            <a:ext cx="8726121" cy="174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Creare your Professional Introduction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885244"/>
            <a:ext cx="11846034" cy="637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"I specialize in innovative technology solutions" </a:t>
            </a: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Pronunciation:</a:t>
            </a: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Emphasis on "specialize" and "innovative"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4"/>
              </a:lnSpc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"My expertise lies at the intersection of technology and business"</a:t>
            </a: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Pronunciation:</a:t>
            </a: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Clear "intersection," emphasis on "expertise"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4"/>
              </a:lnSpc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"I'm passionate about creating meaningful impact" </a:t>
            </a: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Pronunciation: </a:t>
            </a: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Strong "passionate," clear "meaningful impact"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4"/>
              </a:lnSpc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"I help organizations transform through digital innovation"</a:t>
            </a: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Pronunciation:</a:t>
            </a: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Connected "transform through," emphasis on "innovation"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4"/>
              </a:lnSpc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"Let's connect to explore potential collaborations" </a:t>
            </a: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Pronunciation: </a:t>
            </a: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Clear "connect," emphasis on "collaborations"</a:t>
            </a:r>
          </a:p>
        </p:txBody>
      </p:sp>
      <p:sp>
        <p:nvSpPr>
          <p:cNvPr id="4" name="Freeform 4"/>
          <p:cNvSpPr/>
          <p:nvPr/>
        </p:nvSpPr>
        <p:spPr>
          <a:xfrm>
            <a:off x="13293662" y="3516719"/>
            <a:ext cx="3965638" cy="4114800"/>
          </a:xfrm>
          <a:custGeom>
            <a:avLst/>
            <a:gdLst/>
            <a:ahLst/>
            <a:cxnLst/>
            <a:rect l="l" t="t" r="r" b="b"/>
            <a:pathLst>
              <a:path w="3965638" h="4114800">
                <a:moveTo>
                  <a:pt x="0" y="0"/>
                </a:moveTo>
                <a:lnTo>
                  <a:pt x="3965638" y="0"/>
                </a:lnTo>
                <a:lnTo>
                  <a:pt x="39656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942975"/>
            <a:ext cx="6833171" cy="151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4"/>
              </a:lnSpc>
              <a:spcBef>
                <a:spcPct val="0"/>
              </a:spcBef>
            </a:pPr>
            <a:r>
              <a:rPr lang="en-US" sz="4345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Pronunciation Drills for Key Phrases: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071170" y="3334532"/>
            <a:ext cx="4193427" cy="4114800"/>
          </a:xfrm>
          <a:custGeom>
            <a:avLst/>
            <a:gdLst/>
            <a:ahLst/>
            <a:cxnLst/>
            <a:rect l="l" t="t" r="r" b="b"/>
            <a:pathLst>
              <a:path w="4193427" h="4114800">
                <a:moveTo>
                  <a:pt x="0" y="0"/>
                </a:moveTo>
                <a:lnTo>
                  <a:pt x="4193427" y="0"/>
                </a:lnTo>
                <a:lnTo>
                  <a:pt x="41934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975766" y="2583881"/>
            <a:ext cx="8709832" cy="598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in-tro-DUK-shun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Professional: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pro-FESH-nul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Expertise: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EKS-per-teez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Specialize: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SPESH-ul-ize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Innovative: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IN-o-vay-tiv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so-LOO-shun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Collaborate: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ko-LAB-o-rate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trans-FORM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Impact: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IM-pact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Opportunity: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op-er-TOO-ni-tee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05656"/>
            <a:ext cx="6833171" cy="74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4"/>
              </a:lnSpc>
              <a:spcBef>
                <a:spcPct val="0"/>
              </a:spcBef>
            </a:pPr>
            <a:r>
              <a:rPr lang="en-US" sz="4345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Pronunciation Tip: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305" y="383965"/>
            <a:ext cx="2995998" cy="1730189"/>
          </a:xfrm>
          <a:custGeom>
            <a:avLst/>
            <a:gdLst/>
            <a:ahLst/>
            <a:cxnLst/>
            <a:rect l="l" t="t" r="r" b="b"/>
            <a:pathLst>
              <a:path w="2995998" h="1730189">
                <a:moveTo>
                  <a:pt x="0" y="0"/>
                </a:moveTo>
                <a:lnTo>
                  <a:pt x="2995998" y="0"/>
                </a:lnTo>
                <a:lnTo>
                  <a:pt x="2995998" y="1730189"/>
                </a:lnTo>
                <a:lnTo>
                  <a:pt x="0" y="173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16087" y="3906860"/>
            <a:ext cx="4744109" cy="2870186"/>
          </a:xfrm>
          <a:custGeom>
            <a:avLst/>
            <a:gdLst/>
            <a:ahLst/>
            <a:cxnLst/>
            <a:rect l="l" t="t" r="r" b="b"/>
            <a:pathLst>
              <a:path w="4744109" h="2870186">
                <a:moveTo>
                  <a:pt x="0" y="0"/>
                </a:moveTo>
                <a:lnTo>
                  <a:pt x="4744109" y="0"/>
                </a:lnTo>
                <a:lnTo>
                  <a:pt x="4744109" y="2870186"/>
                </a:lnTo>
                <a:lnTo>
                  <a:pt x="0" y="2870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98067" y="3604096"/>
            <a:ext cx="11945555" cy="347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Create your 30-second script using templates </a:t>
            </a:r>
          </a:p>
          <a:p>
            <a:pPr algn="l">
              <a:lnSpc>
                <a:spcPts val="5521"/>
              </a:lnSpc>
            </a:pPr>
            <a:r>
              <a:rPr lang="en-US" sz="3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Record 5 takes with different deliveries </a:t>
            </a:r>
          </a:p>
          <a:p>
            <a:pPr algn="l">
              <a:lnSpc>
                <a:spcPts val="5521"/>
              </a:lnSpc>
            </a:pPr>
            <a:r>
              <a:rPr lang="en-US" sz="3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Choose best take and edit if needed </a:t>
            </a:r>
          </a:p>
          <a:p>
            <a:pPr algn="l">
              <a:lnSpc>
                <a:spcPts val="5521"/>
              </a:lnSpc>
            </a:pPr>
            <a:r>
              <a:rPr lang="en-US" sz="3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Upload to Mail</a:t>
            </a:r>
          </a:p>
          <a:p>
            <a:pPr algn="l">
              <a:lnSpc>
                <a:spcPts val="5521"/>
              </a:lnSpc>
            </a:pPr>
            <a:r>
              <a:rPr lang="en-US" sz="3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Share with 3 people for feedback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64227" y="1477679"/>
            <a:ext cx="8585293" cy="149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3"/>
              </a:lnSpc>
            </a:pPr>
            <a:r>
              <a:rPr lang="en-US" sz="3916" b="1">
                <a:solidFill>
                  <a:srgbClr val="0C3645"/>
                </a:solidFill>
                <a:latin typeface="Poppins Bold"/>
                <a:ea typeface="Poppins Bold"/>
                <a:cs typeface="Poppins Bold"/>
                <a:sym typeface="Poppins Bold"/>
              </a:rPr>
              <a:t>Assessment 1: Create Your Introduction Video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432631" y="3481982"/>
            <a:ext cx="4311021" cy="3788309"/>
          </a:xfrm>
          <a:custGeom>
            <a:avLst/>
            <a:gdLst/>
            <a:ahLst/>
            <a:cxnLst/>
            <a:rect l="l" t="t" r="r" b="b"/>
            <a:pathLst>
              <a:path w="4311021" h="3788309">
                <a:moveTo>
                  <a:pt x="0" y="0"/>
                </a:moveTo>
                <a:lnTo>
                  <a:pt x="4311020" y="0"/>
                </a:lnTo>
                <a:lnTo>
                  <a:pt x="4311020" y="3788310"/>
                </a:lnTo>
                <a:lnTo>
                  <a:pt x="0" y="3788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63789" y="2554503"/>
            <a:ext cx="10242191" cy="5509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Let’s Hear from Everyone - 1 min (per head)</a:t>
            </a:r>
          </a:p>
          <a:p>
            <a:pPr algn="l">
              <a:lnSpc>
                <a:spcPts val="5472"/>
              </a:lnSpc>
            </a:pP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participant will briefly share:</a:t>
            </a:r>
          </a:p>
          <a:p>
            <a:pPr marL="782391" lvl="1" indent="-391196" algn="l">
              <a:lnSpc>
                <a:spcPts val="5472"/>
              </a:lnSpc>
              <a:buFont typeface="Arial"/>
              <a:buChar char="•"/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key learning</a:t>
            </a: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from today’s session</a:t>
            </a:r>
          </a:p>
          <a:p>
            <a:pPr marL="782391" lvl="1" indent="-391196" algn="l">
              <a:lnSpc>
                <a:spcPts val="5472"/>
              </a:lnSpc>
              <a:buFont typeface="Arial"/>
              <a:buChar char="•"/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key learning</a:t>
            </a: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from yesterday’s assignment</a:t>
            </a:r>
          </a:p>
          <a:p>
            <a:pPr marL="782391" lvl="1" indent="-391196" algn="l">
              <a:lnSpc>
                <a:spcPts val="5472"/>
              </a:lnSpc>
              <a:buFont typeface="Arial"/>
              <a:buChar char="•"/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challenge </a:t>
            </a: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faced</a:t>
            </a:r>
          </a:p>
          <a:p>
            <a:pPr marL="782391" lvl="1" indent="-391196" algn="l">
              <a:lnSpc>
                <a:spcPts val="5472"/>
              </a:lnSpc>
              <a:buFont typeface="Arial"/>
              <a:buChar char="•"/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improvement </a:t>
            </a: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 action you will apply next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35613" y="1155897"/>
            <a:ext cx="9014040" cy="785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5"/>
              </a:lnSpc>
            </a:pPr>
            <a:r>
              <a:rPr lang="en-US" sz="318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🙏 Thank You</a:t>
            </a: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Great discussion today!</a:t>
            </a:r>
          </a:p>
          <a:p>
            <a:pPr algn="l">
              <a:lnSpc>
                <a:spcPts val="4815"/>
              </a:lnSpc>
            </a:pPr>
            <a:endParaRPr lang="en-US" sz="31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Your participation and reflections added real value to the session.</a:t>
            </a:r>
          </a:p>
          <a:p>
            <a:pPr algn="l">
              <a:lnSpc>
                <a:spcPts val="4815"/>
              </a:lnSpc>
            </a:pPr>
            <a:endParaRPr lang="en-US" sz="31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🔁 Keep applying today’s learnings in your daily communication and documentation.</a:t>
            </a:r>
          </a:p>
          <a:p>
            <a:pPr algn="l">
              <a:lnSpc>
                <a:spcPts val="4815"/>
              </a:lnSpc>
            </a:pPr>
            <a:endParaRPr lang="en-US" sz="31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815"/>
              </a:lnSpc>
            </a:pPr>
            <a:r>
              <a:rPr lang="en-US" sz="318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📅 Tomorrow’s Focus:</a:t>
            </a: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Daily Status Updates</a:t>
            </a:r>
          </a:p>
          <a:p>
            <a:pPr algn="l">
              <a:lnSpc>
                <a:spcPts val="4815"/>
              </a:lnSpc>
            </a:pPr>
            <a:endParaRPr lang="en-US" sz="31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See you tomorrow. Keep growing! 🚀</a:t>
            </a:r>
          </a:p>
        </p:txBody>
      </p:sp>
      <p:sp>
        <p:nvSpPr>
          <p:cNvPr id="4" name="Freeform 4"/>
          <p:cNvSpPr/>
          <p:nvPr/>
        </p:nvSpPr>
        <p:spPr>
          <a:xfrm>
            <a:off x="13273977" y="3241827"/>
            <a:ext cx="2628328" cy="4114800"/>
          </a:xfrm>
          <a:custGeom>
            <a:avLst/>
            <a:gdLst/>
            <a:ahLst/>
            <a:cxnLst/>
            <a:rect l="l" t="t" r="r" b="b"/>
            <a:pathLst>
              <a:path w="2628328" h="4114800">
                <a:moveTo>
                  <a:pt x="0" y="0"/>
                </a:moveTo>
                <a:lnTo>
                  <a:pt x="2628328" y="0"/>
                </a:lnTo>
                <a:lnTo>
                  <a:pt x="26283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6 - Professional Presence</dc:title>
  <cp:revision>2</cp:revision>
  <dcterms:created xsi:type="dcterms:W3CDTF">2006-08-16T00:00:00Z</dcterms:created>
  <dcterms:modified xsi:type="dcterms:W3CDTF">2025-12-26T14:42:19Z</dcterms:modified>
  <dc:identifier>DAG79QFuybY</dc:identifier>
</cp:coreProperties>
</file>