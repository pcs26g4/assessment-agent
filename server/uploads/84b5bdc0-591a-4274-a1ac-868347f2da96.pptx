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45948" y="1516459"/>
            <a:ext cx="6452104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Communication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241483" y="2217440"/>
            <a:ext cx="266103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Non-IT Professionals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504927" y="2842220"/>
            <a:ext cx="4134148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 Art of Effective Workplace Communication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279952" y="3387030"/>
            <a:ext cx="4584097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Presence • Email Etiquette • Clear Communication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Presence in Meetings &amp; Office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914400" y="1249660"/>
            <a:ext cx="7620000" cy="157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Punctuality &amp; Preparedness: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Arrive early, have materials ready, review agendas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Language &amp; Engagement: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Maintain eye contact, sit upright, avoid multitasking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Meeting Etiquette: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camera on, professional background, mute when not speaking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Respectful Communication: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Listen attentively, avoid interrupting, follow up on action items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1249661"/>
            <a:ext cx="7924800" cy="2929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09600" y="4179293"/>
            <a:ext cx="7924800" cy="2929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09600" y="7337524"/>
            <a:ext cx="7924800" cy="2929632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09600" y="609600"/>
            <a:ext cx="808329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Communication &amp; Best Practices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838200" y="1478261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Emails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66800" y="1950641"/>
            <a:ext cx="7239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2-3 business days before first follow-up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 with specific details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concise—3-4 sentences max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clear call-to-action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follow-ups 5-7 days apart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38200" y="4407893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Threads &amp; Chains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66800" y="4880273"/>
            <a:ext cx="7239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messages chronologically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original subject line for continuity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new threads for new topics only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CC/BCC usage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old content in lengthy threads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38200" y="7566124"/>
            <a:ext cx="761695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in Email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066800" y="8038505"/>
            <a:ext cx="7239000" cy="2000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 promptly within 24-48 hours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 action items with timelines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Proofread for tone and accuracy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through on commitments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professional email signature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35973" y="1859261"/>
            <a:ext cx="187195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501486" y="2499321"/>
            <a:ext cx="4140928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 in communication opens doors to success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129641" y="3044130"/>
            <a:ext cx="884718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2025-12-27T04:39:53Z</dcterms:created>
  <dcterms:modified xsi:type="dcterms:W3CDTF">2025-12-27T04:39:53Z</dcterms:modified>
</cp:coreProperties>
</file>